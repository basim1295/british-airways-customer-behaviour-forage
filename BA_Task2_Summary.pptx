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75AA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E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ancillary_score</c:v>
                </c:pt>
                <c:pt idx="1">
                  <c:v>num_passengers</c:v>
                </c:pt>
                <c:pt idx="2">
                  <c:v>flight_duration</c:v>
                </c:pt>
                <c:pt idx="3">
                  <c:v>flight_hour</c:v>
                </c:pt>
                <c:pt idx="4">
                  <c:v>length_of_stay</c:v>
                </c:pt>
                <c:pt idx="5">
                  <c:v>route_freq</c:v>
                </c:pt>
                <c:pt idx="6">
                  <c:v>purchase_lead</c:v>
                </c:pt>
                <c:pt idx="7">
                  <c:v>booking_origin_freq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2.4E-2</c:v>
                </c:pt>
                <c:pt idx="1">
                  <c:v>4.2000000000000003E-2</c:v>
                </c:pt>
                <c:pt idx="2">
                  <c:v>0.08</c:v>
                </c:pt>
                <c:pt idx="3">
                  <c:v>0.11899999999999999</c:v>
                </c:pt>
                <c:pt idx="4">
                  <c:v>0.121</c:v>
                </c:pt>
                <c:pt idx="5">
                  <c:v>0.14000000000000001</c:v>
                </c:pt>
                <c:pt idx="6">
                  <c:v>0.14599999999999999</c:v>
                </c:pt>
                <c:pt idx="7">
                  <c:v>0.154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80-4516-913F-A468485AAF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E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b"/>
        <c:majorGridlines>
          <c:spPr>
            <a:ln w="6350" cap="flat">
              <a:solidFill>
                <a:srgbClr val="E0E4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A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060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0"/>
          </a:xfrm>
          <a:prstGeom prst="rect">
            <a:avLst/>
          </a:prstGeom>
          <a:solidFill>
            <a:srgbClr val="1B2E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Booking Behaviour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summary for the Customer Insights 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0" y="365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424160" y="713232"/>
            <a:ext cx="1554480" cy="54864"/>
          </a:xfrm>
          <a:prstGeom prst="rect">
            <a:avLst/>
          </a:prstGeom>
          <a:solidFill>
            <a:srgbClr val="EB22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75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01168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154680" y="21214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23774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154680" y="29077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0.005 — stable across folds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94360" y="3493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749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94360" y="4279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pruned to top 8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338328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154680" y="3493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37490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/ 15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154680" y="4279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non-bookers vs. bookers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1600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75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OF BOOKING PROBABILITY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852160" y="1965960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457200" y="5495827"/>
            <a:ext cx="11213184" cy="1066171"/>
          </a:xfrm>
          <a:prstGeom prst="roundRect">
            <a:avLst>
              <a:gd name="adj" fmla="val 5926"/>
            </a:avLst>
          </a:prstGeom>
          <a:solidFill>
            <a:srgbClr val="1B2E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640080" y="55961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0080" y="5729611"/>
            <a:ext cx="107946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and timing drive booking intent. </a:t>
            </a:r>
          </a:p>
          <a:p>
            <a:pPr marL="0" indent="0" algn="just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6 features are all origin, route, or timing signals. Model performance clusters at ~0.77 AUC across four algorithms (LogReg, RF, GB, XGB), indicating the ceiling is set by the input data rather than model choice.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Basim Shabir</cp:lastModifiedBy>
  <cp:revision>2</cp:revision>
  <dcterms:created xsi:type="dcterms:W3CDTF">2026-07-30T15:59:51Z</dcterms:created>
  <dcterms:modified xsi:type="dcterms:W3CDTF">2026-07-30T16:04:56Z</dcterms:modified>
</cp:coreProperties>
</file>